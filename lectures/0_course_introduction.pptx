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3"/>
  </p:normalViewPr>
  <p:slideViewPr>
    <p:cSldViewPr snapToGrid="0">
      <p:cViewPr varScale="1">
        <p:scale>
          <a:sx n="117" d="100"/>
          <a:sy n="117" d="100"/>
        </p:scale>
        <p:origin x="5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31/07/2026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dirty="0"/>
              <a:t>Molecular </a:t>
            </a:r>
            <a:r>
              <a:rPr lang="en-NL"/>
              <a:t>Data Analysis &amp; Bioinformatics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Molecular Data Analysis &amp; Bioinformatics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2</cp:revision>
  <dcterms:created xsi:type="dcterms:W3CDTF">2026-07-31T13:58:53Z</dcterms:created>
  <dcterms:modified xsi:type="dcterms:W3CDTF">2026-07-31T14:00:28Z</dcterms:modified>
</cp:coreProperties>
</file>