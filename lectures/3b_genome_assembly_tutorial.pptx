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81"/>
  </p:normalViewPr>
  <p:slideViewPr>
    <p:cSldViewPr snapToGrid="0">
      <p:cViewPr varScale="1">
        <p:scale>
          <a:sx n="116" d="100"/>
          <a:sy n="116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E84F9-6607-9E8C-32D4-6CBBCD9A7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985DA2-153E-C8F8-EF92-DCF092A77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DCB05-9F0F-9864-1132-5DF9E30F1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00F06-3EA5-AA77-F444-4765BA03E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41114-F14D-125D-CB79-4AC16323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4439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24E6-F5F1-0978-34DB-FEB66FFF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0C2E-ABDE-04C8-87B2-988E8F646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E2955-DA46-1419-DF6E-0ED4FCC2D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9CEB8-9F41-FC3E-1978-6B1AE6392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081A6-93CE-FCB2-7F64-F9AC9C49B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213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959E-A69D-6CFB-C307-E61B767B3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14FFF-611E-C6AF-A1E9-FD87A084D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5F1A4-8F91-DB2D-7B37-F6A34C411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1AAC8-67CB-2BC7-097E-A0E58CBA3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3B9F80-0609-15E8-3A0F-89408E94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6453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D91F-86B0-E9E9-D2AC-EABA933C7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02AF5-80F8-F23B-C04A-F1DAC40A19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EA916-F325-4195-FD17-879B45494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8E51B-5A78-7929-16A0-8CC56F981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7FEAF5-E636-0C39-AC08-5F8A9D662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9C1C3-F4AC-35BE-8274-ED26C8E11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8449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9840-A678-3B69-D8DE-9025C793E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1CF80-A8D4-0E1F-2642-07F25CDC3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5DEDF-AE5D-F050-74AF-23AB4DD10A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6BC61E-9AE8-FE46-08E8-D0922AB17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C7C0B5-D359-6438-80D9-CF9EAD679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3E72FA-F4A3-D617-06F4-FB03A405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7009A3-BA9E-48C2-2868-02AFF8E57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3CC0A-3D99-0EE4-ADA3-D27863505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6882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CD8B-C407-4FD2-E7F8-D16730283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0A7AB-DBAE-9171-3E67-8C5C45383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C6B0A4-2870-62A5-6E8C-8512470E1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A37E8B-52D1-2BD1-6D62-FC3F0E2BF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4247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62544C-6B83-DCF8-2B51-1F1AADDC8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7C6676-24A3-4BA7-C9C9-58B1A8ED2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87269-B2A3-C11D-B9EA-46EDA4A68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605181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D7EDC-176D-3BC8-5AFC-94663D8E4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5A759-739A-7E46-6570-D7299BE06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B19CD-AA73-FDB1-B953-7D7AD7DD3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A276F-BB9A-C2BA-FB65-5EA32D28F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27C878-BC5E-0D89-529B-ADBE266FA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3BD56A-43C2-34C3-308E-2D089CFB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86178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9EE7-168E-77E4-9C55-0E23A22B7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46A326-07AE-80C7-CBC7-85AD290568E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ADE86-70DB-E211-112C-7A98182F12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6FB73-2CF7-B238-8707-212D0FBCC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FA345-3AA4-841F-BDAE-0262087F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E5FD6-0081-244F-4D77-D22661E46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0752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5D1A7-FC7A-B88B-720F-D562A8818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6C57DA-5FF8-6367-1AAA-F46788224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DC0DBB-7CA9-E608-E183-4CD7BE620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04E13-8909-7C1B-CFB4-CA9BFF91B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E87F2-F3CA-9875-ADE0-64DF9DBEE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205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6EB493-0347-0E8B-A025-6591F0AFD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4FCD1-8943-FFAB-EC54-F543E263D8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DAD3D-0C16-10AD-449C-79735067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089CD0-C364-E163-7A0E-B6F396905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D0F7D5-3112-78F8-EA38-23AB213D2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02564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2015E0-3D6C-7190-3D1D-49E73C1BE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0C3AD-B9FC-0412-4859-3A0118E75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CAB4F-51A1-E0D3-44E9-4774922C6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46F7D6-6B24-9244-819F-468C5E34D0B6}" type="datetimeFigureOut">
              <a:rPr lang="en-NL" smtClean="0"/>
              <a:t>12/10/2026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3AA73-97B4-0C8E-6C19-8E401B4C9A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80B41-E9EE-844A-3DD0-ECB5C9CD61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CE373-FF3D-3E4B-B5A0-05FDB5587B23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67001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68F78-E8D1-85C9-BE78-292B2C9B13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Genome assembly tutorial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1179A-83CC-0CDF-5A6D-D44DF2CF38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12-10</a:t>
            </a:r>
          </a:p>
        </p:txBody>
      </p:sp>
    </p:spTree>
    <p:extLst>
      <p:ext uri="{BB962C8B-B14F-4D97-AF65-F5344CB8AC3E}">
        <p14:creationId xmlns:p14="http://schemas.microsoft.com/office/powerpoint/2010/main" val="173082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8F238-F254-1CC9-C408-19C1DC1ED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RNA-seq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01928-B16C-C167-0436-7CAE1921B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Well done!</a:t>
            </a:r>
          </a:p>
          <a:p>
            <a:endParaRPr lang="en-NL" dirty="0"/>
          </a:p>
          <a:p>
            <a:r>
              <a:rPr lang="en-NL" dirty="0"/>
              <a:t>Grades between 7 and 9, everyone passed </a:t>
            </a:r>
            <a:r>
              <a:rPr lang="en-NL" dirty="0">
                <a:sym typeface="Wingdings" pitchFamily="2" charset="2"/>
              </a:rPr>
              <a:t>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69318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AA9F5-59A9-718C-051E-E99F94A03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Today: genome assembly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2BC58-DCA3-3CD9-C624-47E3C4078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M</a:t>
            </a:r>
            <a:r>
              <a:rPr lang="en-GB" dirty="0"/>
              <a:t>y</a:t>
            </a:r>
            <a:r>
              <a:rPr lang="en-NL" dirty="0"/>
              <a:t> last tutorial in the MDA module! Aalt-Jan &amp; Kyran will take over for the last four days</a:t>
            </a:r>
          </a:p>
          <a:p>
            <a:endParaRPr lang="en-NL" dirty="0"/>
          </a:p>
          <a:p>
            <a:r>
              <a:rPr lang="en-NL" dirty="0"/>
              <a:t>When you leave today, please write down some informal feedback on your sticky note:</a:t>
            </a:r>
          </a:p>
          <a:p>
            <a:pPr lvl="1"/>
            <a:r>
              <a:rPr lang="en-NL" dirty="0"/>
              <a:t>One thing you enjoyed during the last few weeks</a:t>
            </a:r>
          </a:p>
          <a:p>
            <a:pPr lvl="1"/>
            <a:r>
              <a:rPr lang="en-NL" dirty="0"/>
              <a:t>One thing that could be improved for next year</a:t>
            </a:r>
          </a:p>
        </p:txBody>
      </p:sp>
    </p:spTree>
    <p:extLst>
      <p:ext uri="{BB962C8B-B14F-4D97-AF65-F5344CB8AC3E}">
        <p14:creationId xmlns:p14="http://schemas.microsoft.com/office/powerpoint/2010/main" val="3797423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B894-9925-5B5F-DE8D-DEEB16C3F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1968E-D76B-1A80-A2F6-86F540108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NL" dirty="0"/>
              <a:t>Today: genome assembly tutorial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267F2-BFC8-33ED-B6C0-E2A27EE02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1022106" cy="4351338"/>
          </a:xfrm>
        </p:spPr>
        <p:txBody>
          <a:bodyPr/>
          <a:lstStyle/>
          <a:p>
            <a:r>
              <a:rPr lang="en-NL" dirty="0"/>
              <a:t>Setup today: no live coding, follow the materials by yourself / in pairs. Take breaks at your own rhytm.</a:t>
            </a:r>
          </a:p>
          <a:p>
            <a:r>
              <a:rPr lang="en-NL" dirty="0"/>
              <a:t>1. you will assemble a genome using the compute nodes!</a:t>
            </a:r>
          </a:p>
          <a:p>
            <a:r>
              <a:rPr lang="en-NL" dirty="0"/>
              <a:t>2. register assembly statistics in google sheet</a:t>
            </a:r>
          </a:p>
          <a:p>
            <a:r>
              <a:rPr lang="en-NL" dirty="0"/>
              <a:t>3. create a plot, discuss with teacher (mini oral exam)</a:t>
            </a:r>
          </a:p>
          <a:p>
            <a:r>
              <a:rPr lang="en-NL" dirty="0"/>
              <a:t>4. annotate the genome using webtools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A98388-7FDC-849A-376D-388CA6D1EB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30" t="-9159" r="1767" b="27328"/>
          <a:stretch>
            <a:fillRect/>
          </a:stretch>
        </p:blipFill>
        <p:spPr>
          <a:xfrm>
            <a:off x="557205" y="3775417"/>
            <a:ext cx="10796595" cy="308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896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135DA-490C-B7B8-5D13-91BE33DE2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36562"/>
          </a:xfrm>
        </p:spPr>
        <p:txBody>
          <a:bodyPr/>
          <a:lstStyle/>
          <a:p>
            <a:r>
              <a:rPr lang="en-NL" dirty="0"/>
              <a:t>Each student gets a different read dataset!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67E52-01F7-B933-2A03-03EB48FA1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81288"/>
            <a:ext cx="10515600" cy="591852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https://</a:t>
            </a:r>
            <a:r>
              <a:rPr lang="en-GB" dirty="0" err="1"/>
              <a:t>docs.google.com</a:t>
            </a:r>
            <a:r>
              <a:rPr lang="en-GB" dirty="0"/>
              <a:t>/spreadsheets/d/1ARB0ZgmnG-mSbV5gqsJOfApGxxUxZHZ4i7HYs34aAPU/</a:t>
            </a:r>
            <a:r>
              <a:rPr lang="en-GB" dirty="0" err="1"/>
              <a:t>edit?gid</a:t>
            </a:r>
            <a:r>
              <a:rPr lang="en-GB" dirty="0"/>
              <a:t>=0#gid=0</a:t>
            </a:r>
            <a:endParaRPr lang="en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669378-8376-9B06-40BF-8100D69FE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41" y="1272889"/>
            <a:ext cx="11632978" cy="409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192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177</Words>
  <Application>Microsoft Macintosh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Wingdings</vt:lpstr>
      <vt:lpstr>Office Theme</vt:lpstr>
      <vt:lpstr>Genome assembly tutorial</vt:lpstr>
      <vt:lpstr>RNA-seq assignment</vt:lpstr>
      <vt:lpstr>Today: genome assembly tutorial</vt:lpstr>
      <vt:lpstr>Today: genome assembly tutorial</vt:lpstr>
      <vt:lpstr>Each student gets a different read dataset!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Misha Paauw</dc:creator>
  <cp:lastModifiedBy>Misha Paauw</cp:lastModifiedBy>
  <cp:revision>2</cp:revision>
  <dcterms:created xsi:type="dcterms:W3CDTF">2026-10-12T07:23:33Z</dcterms:created>
  <dcterms:modified xsi:type="dcterms:W3CDTF">2026-10-12T08:45:15Z</dcterms:modified>
</cp:coreProperties>
</file>